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 varScale="1">
        <p:scale>
          <a:sx n="95" d="100"/>
          <a:sy n="95" d="100"/>
        </p:scale>
        <p:origin x="2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6BE4B-F36B-8B21-5E71-F9386765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82BA1D-CB8E-42A6-58F5-ED25C49F2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0AC75D-A5A2-3EF8-C6D9-1BD8D56AD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D26824-5B74-A182-13BC-B2DBD482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E44678-F070-23C2-B0F1-CBB829FC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29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8FD009-7E82-BA96-92C6-472B4FF9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DC4D3F-7B3B-42B7-1FB7-5BBC71422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E33502-4222-0BE0-F1E6-D0D35D855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BEDC3A-1DB4-632F-4914-669B5FA3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4BCC0A-9101-6FC5-699F-A42192C1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80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A63D00-13E4-8B79-FD56-C2B9149AA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02F40-C1D8-F0C5-F44C-F1F21CF2A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C6AC02-4D37-9EC9-04CB-9AE5A9AC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207253-D811-385B-9F2D-D0183727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A94AF9-5E63-CF11-4109-4B2FE445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914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470BA-9072-46DE-8DB1-553A6B54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86ED7C-F66D-B031-D493-9A144D4B8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9FA94A-E6D5-4082-EC2A-2B5AB7E77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8CAA0D-4A7B-42E8-6463-27008224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A5E8B0-3BFE-9574-A298-A5DEDEE7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74B63A-665A-A947-64B7-FA08A1B6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57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18355E-6F08-A746-2DE4-54463F1A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B18D5D-C1E6-3589-13AC-49618F31B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AD4F4E-5FCD-DA2A-A2BD-7719DC867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D16153A-C5EC-D267-57B0-399A848B7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2890AA2-ED69-0F1C-9D2F-EB2ACC872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0D77CB9-93E3-4D07-889F-9380BDA8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6CA5C98-5FBF-6209-4B53-5DB383D0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525FA9-AFA6-8F94-7EED-B0317E9C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49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7B282C-FD45-A4FD-42BF-892B144CA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1181BB5-771B-2515-2AD8-07BF0416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7DC295-CEAA-43B6-0A6E-C42CB0CF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FEAFD3-7460-9ED4-3851-1D267B40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30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08AE170-4E9E-CE1F-4406-44359750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37528B4-705C-F0E9-154D-D1959C5C8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FC6BFA-204C-34D4-1962-34F504AE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99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B80F3D-7EF0-168F-BC77-E4ADD0539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2082C5-084D-6D2A-14A6-6E76AC51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7AC1AE-7344-B277-EDF7-8703D3D5A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4D03C6-B906-FA3E-28F9-82A1FF4D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A07527-044F-C3FB-A7F4-9BC8BDBB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CF3193-143F-A776-C5A7-443FC515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9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640604-F02F-E8D8-5BAD-A5D36B0BA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D939C25-2DAA-72C9-11AF-EF50BA9DD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092FF3-6684-F241-A5C7-3CB7AD783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1DCFE9-FA88-72E5-9EE4-EB534DC6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3CDB05-6B3B-7060-F586-47B882BB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471890-9369-F461-F83E-56586C9B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53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AC7E5C-D3F3-AB93-EE7A-B7641986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039F9F-D8E7-B09A-67DC-97594B48F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26036B-68FD-B67F-D18B-BEDB7A907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E995BD-BDFF-613A-F784-3347533E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D065A6-A2BE-E8E3-55D9-E76427D0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519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4CAC410-0981-77DE-DF9E-FD507B13D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172356-7EAB-5C0D-F570-2C395E867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CB525F-3F37-A60D-9FCD-BED22A22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7306A1-F079-229E-8DC5-40CF7F9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F14896-B4F0-9063-7936-F0AB9FB2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312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51082FC-65EE-0F64-4AC5-D620F1E9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8C0F87-EE1E-EF2B-9BC1-92B2C3224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66E95F-54EF-1370-EA4E-1E1B4983F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490EC-29F8-C845-AB54-CD54350533AF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C90C6-31D8-954E-097C-75FF8A61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27EB4F-B9F7-99F4-2628-7D843B09E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B6A97-B6E9-6B40-A961-6E9774BB3B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213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62C1D93-CF2B-943D-ED23-348851005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873" y="1280159"/>
            <a:ext cx="4613522" cy="471244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noFill/>
            <a:miter lim="800000"/>
          </a:ln>
          <a:effectLst>
            <a:reflection endPos="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30588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Macintosh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2025-11-19T14:13:54Z</dcterms:created>
  <dcterms:modified xsi:type="dcterms:W3CDTF">2025-11-19T15:58:40Z</dcterms:modified>
</cp:coreProperties>
</file>